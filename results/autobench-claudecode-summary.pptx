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209 recorded repetitions  ·  149 in the cost grid (18 cells n=5, 2 at n≈30)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21:10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2 to 29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0.52 (n=29)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0.37 (n=30)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Every cell is n=5 except the two annotated ones — the only two rates here that are neither 0 nor 1, so the only two sampling error could overturn. They were taken to n≈30: both ROSE (0.40→0.52, 0.20→0.37) and both 95% intervals roughly halved. The n=5 readings were pessimistic, not misdirected.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00600"/>
            <a:ext cx="106984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0.95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0.0822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sonnet-5 uses MORE tokens than sonnet-4-6 yet costs LESS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on 2 of 3 cells, at 2/3 the unit price. The 3rd (colors) is a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statistical TIE — 7.9% apart, p = 0.78. Don't quote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the two sonnets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appear to SWAP on xlsx-fin-colors, but neither ordering is established there (p = 0.78 under B, 0.40 under A):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0.3501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0.0822 already charges it for a 0.52 pass rate (n=29) —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1.98×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3.33×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1.69×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1.32×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never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dearer than sonnet-4-6 (scenario B):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decisively cheaper on the canary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(30%, p=0.008), near-decisively on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font-clean (33%, p=0.056), a TIE on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colors (8%, p=0.78). Despite MORE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tokens — 2/3 unit price absorbs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1.5–4.2×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14 of 29 WITH the skill supplied,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7 of those 15 assertion failures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are invisible to review — incl. 3 that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hardcoded values instead of formulas.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Retry needs a validator.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in 18 cells,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the two sonnets are indistinguishable on xlsx-fin-colors under EITHER scenario.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Uneven n: 18 cells at 5, 2 at ≈30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chosen, not accidental — the 2 non-saturated pass rates got the reps. CV to 0.85, so a single cell's median is indicative; tokens/call constants are solid (5 cells agree)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Not every $ gap is a finding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sonnet-5 vs sonnet-4-6 saving is established on 1 of 3 cells (p=0.008), marginal on a 2nd (p=0.056) and a tie on the 3rd (p=0.78, ~617 reps/cell to settle)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and the sonnets' apparent swap on colors is an unresolved comparison, not a real reversal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52628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