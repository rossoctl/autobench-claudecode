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  ·  2026-09-09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 per decision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 — 9 of 11 discarded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5195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61772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FINDINGS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Token cost splits into two factors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25195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61772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61772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08813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median tokens ÷ pass rate — charges a model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RATE CARD, 2026-09-09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118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 lands ~4–5× below A. Which the gateway bills is UNVERIFIED (/model/info returns 403 for a non-admin key).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total tokens   =   tokens per call   ×   number of calls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(a MODEL property)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Factor 1 — tokens per call: ratio vs sonnet-4-6, across five structurally different cells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26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per-call context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number of calls: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6984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So a model has a stable per-call appetite you can budget with — but how many calls it</a:t>
            </a:r>
          </a:p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takes depends on the job. A raw token total multiplies the two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4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skill-on ÷ skill-off tokens, same skill (xlsx), same tasks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3375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08813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opus-5 absorbs the skill for free (0.93× / 1.01×) — largely because it already works ~2× the calls on the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OFF arm, so the guidance replaces effort rather than adding to it. On haiku the same skill costs ~2.5×.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Caveat: this rests on ONE skill. Whether “free on opus-5” is an opus property or an xlsx property is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currently 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5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55080"/>
            <a:ext cx="6858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