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12:16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Downstream calls are counted, not attributed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(5–24),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0.0842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Downstream calls are counted, not attributed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An LLM call can trigger more LLM calls: a subagent runs its own agent loop. Cortex counts them, because the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child's HTTPS_PROXY is inherited by its subprocesses — that traffic crosses the same proxy into the window.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77639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3434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532120"/>
            <a:ext cx="102412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1.33×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1.71×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 by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2–4×,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3 of 5 WITH the skill supplied —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one failure hardcoded values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instead of formulas, which LOOKS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correct. Retry only works if you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can detect the failure.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