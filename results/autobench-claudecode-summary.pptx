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11:14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12664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312664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0881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total tokens   =   tokens per call   ×   number of calls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(a MODEL property)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Factor 1 — tokens per call: ratio vs sonnet-4-6, across five structurally different cells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26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per-call context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number of calls: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6984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So a model has a stable per-call appetite you can budget with — but how many calls it</a:t>
            </a:r>
          </a:p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takes depends on the job. A raw token total multiplies the two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