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11:33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312664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5312664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and the reproduction steps.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5 to 24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926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81728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TASK is one `claude -p` run and makes SEVERAL LLM calls (5–24 observed), each re-sending the</a:t>
            </a:r>
          </a:p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growing conversation. A model has a stable appetite per LLM call — how many calls the job needs is a</a:t>
            </a:r>
          </a:p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separate matter. A raw token total multiplies the two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Cache reads are 81–97% of prompt tokens in every cell — highest on sonnet-5 and opus-5. Reporting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“input tokens” alone for this workload is meaningless.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0.0842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1.33×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1.71×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USE WHERE RETRIES ARE OK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Cheapest in every cell by 2–4×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and fastest (14–39s vs 59–78s).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But passed the harder task only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40% of the time WITH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for first-attempt correctness.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