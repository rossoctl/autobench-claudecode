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193 recorded repetitions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11:39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97763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99431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965192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97763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97763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599431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4965192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312664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5312664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and the reproduction steps.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Task / repetition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headless `claude -p` invocation in a fresh 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/v1/chat/completions on the wire. A task makes SEVERAL — 5 to 24 here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920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0.40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0.20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69848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6984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tokens per task   =   tokens per LLM CALL   ×   LLM calls per task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       (a MODEL property)      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Factor 1 — tokens per LLM call: ratio vs sonnet-4-6, across five structurally different cells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926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0.97 – 1.05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context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1.19 – 1.30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≈1.23× more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0.89 – 0.97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LLM calls per task: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681728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TASK is one `claude -p` run and makes SEVERAL LLM calls (5–24 observed), each re-sending the</a:t>
            </a:r>
          </a:p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growing conversation. A model has a stable appetite per LLM call — how many calls the job needs is a</a:t>
            </a:r>
          </a:p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separate matter. A raw token total multiplies the two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Cache reads are 81–97% of prompt tokens in every cell — highest on sonnet-5 and opus-5. Reporting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“input tokens” alone for this workload is meaningless.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0.1590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0.1678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0.1075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0.1873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0.1332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sonnet-5 uses MORE tokens than sonnet-4-6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yet costs LESS, at 2/3 the unit price.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 — ordering identical throughout, so the conclusion does not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depend on the unverified cache assumption: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0.5916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0.9080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0.3364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0.8462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0.7035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0.4567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0.1075 already charges it for a 0.40 pass rate — it is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0.0842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1.33×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1.06×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2.37×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1.71×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cheaper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than sonnet-4-6 in 2 of 3 cells — 29%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on font-clean, 30% on the canary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despite using MORE tokens.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2/3 unit price absorbs 1.23×/call.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USE WHERE RETRIES ARE OK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Cheapest in every cell by 2–4×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and fastest (14–39s vs 59–78s).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But passed the harder task only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40% of the time WITH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for first-attempt correctness.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(1.6–2.1× sonnet-5),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the pass-rate and cost orderings hold across BOTH pricing scenarios, and tokens/call holds across five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independent cells. Absolute dollar figures are indicative — n=5, and cache billing is unverified.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 = 5 per cell, some CV to 0.85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tokens/call constants are solid (5 cells agree); individual dollar figures are indicative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largest single uncertainty — 4–5× on ABSOLUTE cost, but changes no ranking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