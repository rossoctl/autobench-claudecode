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16:37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0028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510028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825496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825496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14096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14096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45643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5643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A subagent's calls land in the totals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77189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77189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0873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0873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64057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80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9880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0351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50" b="1">
                <a:solidFill>
                  <a:srgbClr val="CADCFC"/>
                </a:solidFill>
                <a:latin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530351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5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29883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 and the reproduction steps.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 — e.g. xlsx-fin-colors / ON / sonnet-5, n=8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Task / repetition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headless `claude -p` invocation in a fresh 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ONE /v1/chat/completions on the wire. A task makes SEVERAL — 5 to 24 here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tokens consumed per SOLVED task — what the context window and rate limits see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 — token-efficiency weighted by that model's unit price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B2B2B"/>
                          </a:solidFill>
                          <a:latin typeface="Arial"/>
                        </a:rPr>
                        <a:t>median ÷ pass rate, so a model is charged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43016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THE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the verdict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Plain pytest, run by the repo's own interpreter. A pass needs exit 0 AND every test file byte-identical</a:t>
            </a:r>
          </a:p>
          <a:p>
            <a:pPr algn="l"/>
            <a:r>
              <a:rPr sz="1400" b="0">
                <a:solidFill>
                  <a:srgbClr val="1E2761"/>
                </a:solidFill>
                <a:latin typeface="Arial"/>
              </a:rPr>
              <a:t>to what shipped — deleting the test, or rewriting it to assert the bug, also makes pytest green.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688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2194560"/>
                <a:gridCol w="3931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verdict file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visible to agent?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asserts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workspace/test_billing.py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YES — tests ARE the spec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6 tests over 2 seeded bugs: a percentage treated as a fraction, and a dropped remainder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2 tests: hardcoded inputs are blue-font; formula cells are not blue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verdict/test_compliance.py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no — installed after exit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2B2B2B"/>
                          </a:solidFill>
                          <a:latin typeface="Arial"/>
                        </a:rPr>
                        <a:t>3 tests: one consistent professional font; no #REF!-class literals; saving and ratio are formulas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241280" cy="91440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visible / hidden split is the load-bearing choice. cortex-pyfix SHOULD show its tests, because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satisfying them is the task. A COMPLIANCE verdict must stay hidden — it enumerates the conventions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being checked, so an agent that can read it simply complies and BOTH arms pass, measuring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Verdicts are also tamper-checked before the hidden file is installed, so the hidden test cannot itself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 counted as a modification.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4290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Transcribed by hand from the gateway model pages on 2026-09-09. That page needs interactive internal web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authorization and fills itself by script, so no automated pull is possible or attempted.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B lands ~4–5× below A. Which the gateway actually bills is UNVERIFIED.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698480" cy="7132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tokens per task   =   tokens per LLM CALL   ×   LLM calls per task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       (a MODEL property)      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Factor 1 — tokens per LLM call: ratio vs sonnet-4-6, across five structurally different cells.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“spread” = highest ratio minus lowest. Small spread means the ratio is a property of the MODEL, not of the task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(≤0.15 is reported as CONSTANT).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310128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 across the 5 cells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context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LLM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LLM calls per task: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One TASK is one `claude -p` run making SEVERAL LLM calls (5–24), each re-sending the growing conversation.</a:t>
            </a:r>
          </a:p>
          <a:p>
            <a:pPr algn="ctr"/>
            <a:r>
              <a:rPr sz="1250" b="1">
                <a:solidFill>
                  <a:srgbClr val="1E2761"/>
                </a:solidFill>
                <a:latin typeface="Arial"/>
              </a:rPr>
              <a:t>A raw token total multiplies the two factors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That re-sending is also why cache reads are 81–97% of prompt tokens in every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TWO DIFFERENT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Token-efficiency is not cost-efficiency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389120"/>
                <a:gridCol w="4389120"/>
              </a:tblGrid>
              <a:tr h="292608"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cost-efficiency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measures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dollars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binding when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context window, rate limits, latency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you are paying the bill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driven by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how much context and how many calls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same, weighted by unit price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They diverge because unit price spans 5× (haiku $0.76 → opus-5 $3.80 per 1M input), which swamps the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~2× spread in token counts. On cortex-pyfix-001 the two rankings are EXACTLY INVERTED: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79476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1463040"/>
                <a:gridCol w="237744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$/solved 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144,834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196,634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0.0842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200,732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2nd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204,034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4th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440680"/>
            <a:ext cx="10241280" cy="7315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is the MOST token-efficient and the LEAST cost-efficient model tested.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Quoting one number and calling it “efficiency” picks the answer by accident.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MEASUREMENT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subagent's calls land in the totals — and can't be separated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01952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The child's HTTPS_PROXY is inherited by its subprocesses, so a subagent's traffic crosses the same proxy.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42316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effect of downstream work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total tokens / dollars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CORRECT — the calls really happened and are really billed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 per LLM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unaffected — still that model's per-call average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LLM calls per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INFLATED — the “task” is no longer a single agent loop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any skill-overhead ratio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INVALID — it compares two different amounts of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Magnitude where it occurred — affected repetitions vs others in the same cell: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4279392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474720"/>
                <a:gridCol w="3474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downstream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pptx-body-left-aligned 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26 calls / 1,255,632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458,514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pptx-size-contrast 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36 calls / 1,908,134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10 calls / 491,474 tok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select-deck SELECT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46 calls / 2,485,834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7 calls / 302,900 tok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486400"/>
            <a:ext cx="1024128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2.7×–8.2×. The detector that should have flagged these matched a tool named `Task`, but this build names it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`Agent` — so it never fired and 5 repetitions passed as clean. Fixed and unit-tested. The xlsx COST PROFILE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is unaffected: none of the 5 fall in its 20 cells.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6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skill-on ÷ skill-off, same skill (xlsx), same task, same model. Tokens AND dollars — they differ,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because the input/output/cache mix shifts between arms even at a fixed unit price.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 / measure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xlsx-fin-colors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1.97×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1.33×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1.88×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tokens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— dollars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B85042"/>
                          </a:solidFill>
                          <a:latin typeface="Arial"/>
                        </a:rPr>
                        <a:t>2.24×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1.71×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1.41×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C5F2D"/>
                          </a:solidFill>
                          <a:latin typeface="Arial"/>
                        </a:rPr>
                        <a:t>1.08×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0233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645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On opus-5 the skill adds only 6–8% in dollars; on haiku it roughly doubles the bill. Opus-5 barely notices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because it already works ~2× the calls WITHOUT the skill (10 vs 8 on colors), so the guidance replaces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exploration rather than adding to it. That is why its token ratio can dip below 1.0.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Caveat: this rests on ONE skill. Whether the effect belongs to opus-5 or to xlsx is currently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7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ONLY WITH A VALIDATOR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Most cost-efficient everywhere by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2–4×, and fastest. But it failed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3 of 5 WITH the skill supplied —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and one failure hardcoded values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instead of formulas, which LOOKS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correct. Retry only works if you</a:t>
            </a:r>
          </a:p>
          <a:p>
            <a:pPr algn="ctr"/>
            <a:r>
              <a:rPr sz="1150" b="0">
                <a:solidFill>
                  <a:srgbClr val="2B2B2B"/>
                </a:solidFill>
                <a:latin typeface="Arial"/>
              </a:rPr>
              <a:t>can detect the failure.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n=5–10 per cell, and cache billing is unverified.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5–10 per cell (uneven),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read the n column, not a single number; tokens/call constants are solid (5 cells agree), individual dollar figures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