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209 recorded repetitions  ·  149 in the cost grid (18 cells n=5, 2 at n≈30)  ·  4 models  ·  IBM Research ETE LiteLLM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8FC0"/>
                </a:solidFill>
                <a:latin typeface="Arial"/>
              </a:rPr>
              <a:t>Last modified 2026-09-24 11:55 EDT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1 · 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Why this shape — 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How a task earns its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2 · PRICING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pricing — the gateway rate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3 ·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subagent's calls land in the totals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4 · CONCLUSION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30351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530351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929883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 and the reproduction steps.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1E2761"/>
                </a:solidFill>
                <a:latin typeface="Arial"/>
              </a:rPr>
              <a:t>Six parts. Drop any one and you have a demo, a load generator, or a number nobody can defend.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defined unit of work, reproducible from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fixed definition into a fresh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tasks/&lt;id&gt;/prompt.md + 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PROGRAMMATIC EVALUATOR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verdict that is a command's exit code, not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model's opinion. This is what makes it a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hidden verdict/ → pytest -q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arm that isolates the one variable under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study, so an effect can be attributed to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off / on / select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REPETITION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The subject is non-deterministic, so one run is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anecdote. Report medians and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n per cell, CV 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ATTRIBUTION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Evidence of what ACTUALLY ran, so a result from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something other than the thing tested is caught.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stream-json transcript → confounds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069080"/>
            <a:ext cx="3474720" cy="164592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What it cost: tokens by cache tier, latency, the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real model served. Measured, not estimated.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Cortex supplies this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943600"/>
            <a:ext cx="10241280" cy="621792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Cortex is a COMPONENT of the harness — it supplies the observability data. It is not the benchmark, and it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cannot score anything: it sees bytes on the wire, never whether the work was correct.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 — e.g. xlsx-fin-colors / ON / sonnet-5, n=5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Task / repetition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headless `claude -p` invocation in a fresh 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/v1/chat/completions on the wire. A task makes SEVERAL — 2 to 29 here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tokens consumed per SOLVED task — what the context window and rate limits see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 — token-efficiency weighted by that model's unit price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median ÷ pass rate, so a model is charged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43016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THE EVALUATOR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Plain pytest, run by the repo's own interpreter. A pass needs exit 0 AND every test file byte-identical</a:t>
            </a:r>
          </a:p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to what shipped — deleting the test, or rewriting it to assert the bug, also makes pytest green.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688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2194560"/>
                <a:gridCol w="3931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verdict file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visible to agent?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asserts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workspace/test_billing.py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YES — tests ARE the spec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6 tests over 2 seeded bugs: a percentage treated as a fraction, and a dropped remainder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2 tests: hardcoded inputs are blue-font; formula cells are not blue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3 tests: one consistent professional font; no #REF!-class literals; saving and ratio are formulas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241280" cy="91440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visible / hidden split is the load-bearing choice. cortex-pyfix SHOULD show its tests, because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satisfying them is the task. A COMPLIANCE verdict must stay hidden — it enumerates the conventions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being checked, so an agent that can read it simply complies and BOTH arms pass, measuring nothing.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Verdicts are also tamper-checked before the hidden file is installed, so the hidden test cannot itself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be counted as a modification.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 · PRICING  ·  RATE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the gateway rate card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64792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Whose gateway: IBM Research’s ETE LiteLLM, an enterprise deployment we are a tenant of — not a Red Hat service, and not ours.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21408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730752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87952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Correction, 2026-09-23 — an earlier version of this slide said no automated pull was possible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98848"/>
            <a:ext cx="10332720" cy="868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50" b="0">
                <a:solidFill>
                  <a:srgbClr val="2B2B2B"/>
                </a:solidFill>
                <a:latin typeface="Arial"/>
              </a:rPr>
              <a:t>True of the UI, wrong about the API. The rates above were transcribed by hand on 2026-09-09 from a page that does need an interactive</a:t>
            </a:r>
          </a:p>
          <a:p>
            <a:pPr algn="l"/>
            <a:r>
              <a:rPr sz="1150" b="0">
                <a:solidFill>
                  <a:srgbClr val="2B2B2B"/>
                </a:solidFill>
                <a:latin typeface="Arial"/>
              </a:rPr>
              <a:t>web authorization — but GET /public/litellm_model_cost_map needs NO credential, and agrees with that transcription on all four models and</a:t>
            </a:r>
          </a:p>
          <a:p>
            <a:pPr algn="l"/>
            <a:r>
              <a:rPr sz="1150" b="0">
                <a:solidFill>
                  <a:srgbClr val="2B2B2B"/>
                </a:solidFill>
                <a:latin typeface="Arial"/>
              </a:rPr>
              <a:t>both directions. It is now pinned in prices.json and drift-checked. What it publishes is the UPSTREAM provider’s list price: this gateway bills</a:t>
            </a:r>
          </a:p>
          <a:p>
            <a:pPr algn="l"/>
            <a:r>
              <a:rPr sz="1150" b="0">
                <a:solidFill>
                  <a:srgbClr val="2B2B2B"/>
                </a:solidFill>
                <a:latin typeface="Arial"/>
              </a:rPr>
              <a:t>BELOW list, by the same proportion for every model and both directions. The proportion is a term of somebody else’s enterprise deployment,</a:t>
            </a:r>
          </a:p>
          <a:p>
            <a:pPr algn="l"/>
            <a:r>
              <a:rPr sz="1150" b="0">
                <a:solidFill>
                  <a:srgbClr val="2B2B2B"/>
                </a:solidFill>
                <a:latin typeface="Arial"/>
              </a:rPr>
              <a:t>so it is not stated here — and it is inferred from the two cards agreeing, never read: /config/cost_margin_config is 403 for our key.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0468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Arial"/>
              </a:rPr>
              <a:t>The cache caveat — narrower than it was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97296"/>
            <a:ext cx="1033272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50" b="0">
                <a:solidFill>
                  <a:srgbClr val="2B2B2B"/>
                </a:solidFill>
                <a:latin typeface="Arial"/>
              </a:rPr>
              <a:t>81–97% of our prompt tokens are CACHE READS. Scenario B prices them ×0.10 and cacheWrite ×1.25, landing ~4–5× below scenario A, which</a:t>
            </a:r>
          </a:p>
          <a:p>
            <a:pPr algn="l"/>
            <a:r>
              <a:rPr sz="1150" b="0">
                <a:solidFill>
                  <a:srgbClr val="2B2B2B"/>
                </a:solidFill>
                <a:latin typeface="Arial"/>
              </a:rPr>
              <a:t>bills every prompt token at the input rate. Those multipliers were an assumption about the Anthropic convention; the map states them</a:t>
            </a:r>
          </a:p>
          <a:p>
            <a:pPr algn="l"/>
            <a:r>
              <a:rPr sz="1150" b="0">
                <a:solidFill>
                  <a:srgbClr val="2B2B2B"/>
                </a:solidFill>
                <a:latin typeface="Arial"/>
              </a:rPr>
              <a:t>outright, so they are a READING now. Whether the gateway APPLIES the tiers when it invoices is still UNVERIFIED — but ranking holds in both.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0.52 (n=29)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0.37 (n=30)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24528"/>
            <a:ext cx="108813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Every cell is n=5 except the two annotated ones — the only two rates here that are neither 0 nor 1, so the only two sampling error could overturn. They were taken to n≈30: both ROSE (0.40→0.52, 0.20→0.37) and both 95% intervals roughly halved. The n=5 readings were pessimistic, not misdirected.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00600"/>
            <a:ext cx="106984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6984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tokens per task   =   tokens per LLM CALL   ×   LLM calls per task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       (a MODEL property)      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Factor 1 — tokens per LLM call: ratio vs sonnet-4-6, across five structurally different cells.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“spread” = highest ratio minus lowest. Small spread means the ratio is a property of the MODEL, not of the task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(≤0.15 is reported as CONSTANT).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310128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 across the 5 cells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0.95 – 1.04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context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1.18 – 1.24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≈1.21× more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0.88 – 0.93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1772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LLM calls per task: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1069848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One TASK is one `claude -p` run making SEVERAL LLM calls (2–29), each re-sending the growing conversation.</a:t>
            </a:r>
          </a:p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A raw token total multiplies the two factors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That re-sending is also why cache reads are 81–97% of prompt tokens in every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0.1746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0.0822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0.1896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0.1261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sonnet-5 uses MORE tokens than sonnet-4-6 yet costs LESS on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 of 3 cells, at 2/3 the unit price — but only ONE separates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them: canary, p=0.008, REPRODUCED at 30.6% next day. Colors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is a TIE (p=0.78); font-clean flipped. Don't quote 2 of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discount). haiku stays cheapest and opus-5 dearest everywhere — the two sonnets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appear to SWAP on xlsx-fin-colors, but neither ordering is established there (p = 0.78 under B, 0.40 under A):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0.6677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0.8920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0.3501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0.8484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0.6625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0.4582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0.0822 already charges it for a 0.52 pass rate (n=29) —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4 · TWO DIFFERENT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389120"/>
                <a:gridCol w="4389120"/>
              </a:tblGrid>
              <a:tr h="292608"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binding when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context window, rate limits, latency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you are paying the bill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driven by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how much context and how many calls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same, weighted by unit price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They diverge because unit price spans 5× (haiku $0.76 → opus-5 $3.80 per 1M input), which swamps the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~2× spread in token counts. On cortex-pyfix-001 the two rankings are EXACTLY INVERTED: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79476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1463040"/>
                <a:gridCol w="237744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tokens/solved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$/solved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144,834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196,634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0.0839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200,732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204,034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440680"/>
            <a:ext cx="102412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is the MOST token-efficient and the LEAST cost-efficient model tested.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Quoting one number and calling it “efficiency” picks the answer by accident.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5 · MEASUREMENT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subagent's calls land in the totals — and can't be separated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01952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84831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The child's HTTPS_PROXY is inherited by its subprocesses, so a subagent's traffic crosses the same proxy.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2316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effect of downstream work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total tokens / dollars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CORRECT — the calls really happened and are really billed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unaffected — still that model's per-call average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LLM calls per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INFLATED — the “task” is no longer a single agent loop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any skill-overhead ratio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INVALID — it compares two different amounts of work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5020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Magnitude where it occurred — affected repetitions vs others in the same cell: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4279392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474720"/>
                <a:gridCol w="3474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 downstream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without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pptx-body-left-aligned 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26 calls / 1,255,632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458,514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pptx-size-contrast 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36 calls / 1,908,134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491,474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select-deck SELECT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46 calls / 2,485,834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7 calls / 302,900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486400"/>
            <a:ext cx="1024128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2.7×–8.2×. The detector that should have flagged these matched a tool named `Task`, but this build names it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`Agent` — so it never fired and 5 repetitions passed as clean. Fixed and unit-tested. The xlsx COST PROFILE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is unaffected: none of the 5 fall in its 20 cells.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6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skill-on ÷ skill-off, same skill (xlsx), same task, same model. Tokens AND dollars — they differ,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because the input/output/cache mix shifts between arms even at a fixed unit price.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task / 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1.98×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0.94×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1.97×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1.80×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3.33×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2.06×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2.21×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1.69×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1.32×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0233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On opus-5 the skill adds only 6–8% in dollars; on haiku it roughly doubles the bill. Opus-5 barely notices 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because it already works ~2× the calls WITHOUT the skill (10 vs 8 on colors), so the guidance replaces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exploration rather than adding to it. That is why its token ratio can dip below 1.0.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Caveat: this rests on ONE skill. Whether the effect belongs to opus-5 or to xlsx is currently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7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CADCFC"/>
                </a:solidFill>
                <a:latin typeface="Arial"/>
              </a:rPr>
              <a:t>4 · CONCLUSION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100% pass on every task, and never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ESTABLISHED as dearer than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sonnet-4-6 (scenario B): decisively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cheaper on the canary (30%,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p=0.008, and it REPRODUCED at 30.6%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 day later); colors a TIE (8%,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p=0.78); font-clean UNRESOLVED — it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flipped sign on a re-run. Despite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MORE tokens: 2/3 unit price absorbs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1.21×/call.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ONLY WITH A VALIDATOR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Most cost-efficient everywhere,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by 1.5–4.2× over the next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cheapest, and fastest. But it failed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14 of 29 WITH the skill supplied,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and 7 of those 15 assertion failures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are invisible to review — incl. 3 that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hardcoded values instead of formulas.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Retry needs a validator.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(1.7–2.0× sonnet-5, scenario B),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pass rates, the cheapest/dearest ordering and the token/cost inversion all hold across BOTH pricing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scenarios; tokens/call holds across five independent cells. Absolute dollar figures are indicative — n=5 in 18 cells,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cache billing unverified, and only 1 of the 3 sonnet-vs-sonnet cells separates the two models at all — that one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cell was re-measured a day later and held, but 18 of 20 cells have never been re-measured.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4 · CONCLUSION  ·  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8813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Uneven n: 18 cells at 5, 2 at ≈30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chosen, not accidental — the 2 non-saturated pass rates got the reps. CV to 0.85, so a single cell's median is indicative; tokens/call constants are solid (5 cells agree)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Not every $ gap is a finding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the sonnet-5 vs sonnet-4-6 saving is established on only 1 of 3 cells (canary, p=0.008); colors is a tie (p=0.78, ~617 reps/cell to settle) and font-clean is unresolved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One cell is NOT stationary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re-run 23 h later, sonnet-5 took ×3.4 cost / ×4.1 tokens on font-clean for the same output while sonnet-4-6 held to 3%. A second probe on the canary cell reproduced sonnet-5 to 0.1%, so it is cell-specific, not a gateway alias change — but stability proven on 1 cell says nothing about the other 18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4–5× on ABSOLUTE cost; no headline ranking changes, and the sonnets' apparent swap on colors is an unresolved comparison, not a real reversal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