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12:32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subagent's calls land in the totals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0351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530351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29883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 and the reproduction steps.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5 to 24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THE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Plain pytest, run by the repo's own interpreter. A pass needs exit 0 AND every test file byte-identical</a:t>
            </a:r>
          </a:p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to what shipped — deleting the test, or rewriting it to assert the bug, also makes pytest green.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194560"/>
                <a:gridCol w="3931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verdict file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visible to agent?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asserts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workspace/test_billing.py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YES — tests ARE the spec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6 tests over 2 seeded bugs: a percentage treated as a fraction, and a dropped remainder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2 tests: hardcoded inputs are blue-font; formula cells are not blue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3 tests: one consistent professional font; no #REF!-class literals; saving and ratio are formulas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241280" cy="91440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visible / hidden split is the load-bearing choice. cortex-pyfix SHOULD show its tests, because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satisfying them is the task. A COMPLIANCE verdict must stay hidden — it enumerates the conventions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being checked, so an agent that can read it simply complies and BOTH arms pass, measuring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Verdicts are also tamper-checked before the hidden file is installed, so the hidden test cannot itself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 counted as a modification.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(5–24),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0.0842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MEASUREMENT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subagent's calls land in the totals — and can't be separated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01952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The child's HTTPS_PROXY is inherited by its subprocesses, so a subagent's traffic crosses the same proxy.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2316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effect of downstream work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total tokens / dollars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CORRECT — the calls really happened and are really billed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unaffected — still that model's per-call average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LLM calls per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INFLATED — the “task” is no longer a single agent loop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any skill-overhead ratio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INVALID — it compares two different amounts of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5020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Magnitude where it occurred — affected repetitions vs others in the same cell: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279392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downstream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pptx-body-left-aligned 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26 calls / 1,255,632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458,514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pptx-size-contrast 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36 calls / 1,908,134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491,474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select-deck SELECT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46 calls / 2,485,834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7 calls / 302,900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86400"/>
            <a:ext cx="1024128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2.7×–8.2×. The detector that should have flagged these matched a tool named `Task`, but this build names it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`Agent` — so it never fired and 5 repetitions passed as clean. Fixed and unit-tested. The xlsx COST PROFILE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is unaffected: none of the 5 fall in its 20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1.33×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1.71×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7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 by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2–4×,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3 of 5 WITH the skill supplied —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one failure hardcoded values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instead of formulas, which LOOKS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correct. Retry only works if you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can detect the failure.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n=5, and cache billing is unverified.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individual dollar figures are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