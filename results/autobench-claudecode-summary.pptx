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10:34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3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1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25195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61772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61772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and the reproduction steps.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40280"/>
          <a:ext cx="108813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median tokens ÷ pass rate — charges a model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920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total tokens   =   tokens per call   ×   number of calls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(a MODEL property)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Factor 1 — tokens per call: ratio vs sonnet-4-6, across five structurally different cells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926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per-call context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number of calls: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6984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2761"/>
                </a:solidFill>
                <a:latin typeface="Arial"/>
              </a:rPr>
              <a:t>So a model has a stable per-call appetite you can budget with — but how many calls it</a:t>
            </a:r>
          </a:p>
          <a:p>
            <a:pPr algn="ctr"/>
            <a:r>
              <a:rPr sz="1400" b="1">
                <a:solidFill>
                  <a:srgbClr val="1E2761"/>
                </a:solidFill>
                <a:latin typeface="Arial"/>
              </a:rPr>
              <a:t>takes depends on the job. A raw token total multiplies the two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Cache reads are 81–97% of prompt tokens in every cell — highest on sonnet-5 and opus-5. Reporting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“input tokens” alone for this workload is meaningless.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skill-on ÷ skill-off tokens, same skill (xlsx), same tasks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3375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1088136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opus-5 absorbs the skill for free (0.93× / 1.01×) — largely because it already works ~2× the calls on the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OFF arm, so the guidance replaces effort rather than adding to it. On haiku the same skill costs ~2.5×.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Caveat: this rests on ONE skill. Whether “free on opus-5” is an opus property or an xlsx property is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currently 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USE WHERE RETRIES ARE OK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Cheapest in every cell by 2–4×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and fastest (14–39s vs 59–78s).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But passed the harder task only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40% of the time WITH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for first-attempt correctness.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n=5, and cache billing is unverified.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individual dollar figures are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