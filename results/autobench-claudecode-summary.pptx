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10058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Arial"/>
              </a:rPr>
              <a:t>Benchmarking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05840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Cost, skill effect and model selection — measured, priced, and where it</a:t>
            </a:r>
          </a:p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surprised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394960"/>
            <a:ext cx="10058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9AB0D8"/>
                </a:solidFill>
                <a:latin typeface="Arial"/>
              </a:rPr>
              <a:t>193 recorded repetitions  ·  4 models  ·  internal LiteLLM  ·  2026-09-09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is being measured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E2761"/>
                </a:solidFill>
                <a:latin typeface="Arial"/>
              </a:rPr>
              <a:t>The subject under test is the Claude Code agent itself — not a model in isolation.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86000"/>
          <a:ext cx="108813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138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dimension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Agent under test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 Code CLI 2.1.257, headless (claude -p)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one prompt + a fresh workspace; 1 repetition = 1 invocation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 command's exit code — pytest -q. No LLM judge.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Measured on the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tokens + cache tiers via Cortex forward proxy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Skill measured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(2 discriminating tasks) + a no-skill control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Models priced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haiku-4-5, sonnet-4-6, sonnet-5, 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1206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No LLM judge is the load-bearing choice: without a programmatic verdict this is a</a:t>
            </a:r>
          </a:p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load generator, not a benchmark.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VOCABULARY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Terms in 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These were conflated early in the work; they are kept strictly separate.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40280"/>
          <a:ext cx="1088136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5039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term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meaning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Harness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the whole apparatus: tasks + driver + verdict + Cortex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off = skill unavailable (control) · on = skill invoked · select = none named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Cell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one (task × arm × model), measured over n repetitions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Compliance 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ordinary request; hidden verdict checks a skill convention was followed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Selection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names no skill; verdict is whether the model chose the right one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Confound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 repetition whose measurement is untrustworthy — reported, never averaged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Cost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median tokens ÷ pass rate — charges a model for its failures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8920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‘workload-harness’ (hyphenated) is a proper noun for an unrelated upstream project — never used here as a common noun.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Benchmarking setup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10312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harness.py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driver · run lock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fresh workspace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copied per repetition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977639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hidden verdict/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installed AFTER exit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28800"/>
            <a:ext cx="219456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claude -p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headless child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stream-json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3337560"/>
            <a:ext cx="2834640" cy="914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clean child env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HTTPS_PROXY · NODE_EXTRA_CA_CERTS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CLAUDE_CONFIG_DIR · --model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828800"/>
            <a:ext cx="246888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B2B2B"/>
                </a:solidFill>
                <a:latin typeface="Arial"/>
              </a:rPr>
              <a:t>Cortex</a:t>
            </a:r>
          </a:p>
          <a:p>
            <a:pPr algn="ctr"/>
            <a:r>
              <a:rPr sz="1200" b="1">
                <a:solidFill>
                  <a:srgbClr val="2B2B2B"/>
                </a:solidFill>
                <a:latin typeface="Arial"/>
              </a:rPr>
              <a:t>forward proxy + tls_bridge</a:t>
            </a:r>
          </a:p>
          <a:p>
            <a:pPr algn="ctr"/>
            <a:r>
              <a:rPr sz="1200" b="1">
                <a:solidFill>
                  <a:srgbClr val="2B2B2B"/>
                </a:solidFill>
                <a:latin typeface="Arial"/>
              </a:rPr>
              <a:t>inference-parser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337560"/>
            <a:ext cx="246888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SSE /v1/events → disk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(upstream TTL is 30 min)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0" y="1828800"/>
            <a:ext cx="173736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LiteLLM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gateway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0" y="3017520"/>
            <a:ext cx="1737360" cy="548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model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3200" y="2258568"/>
            <a:ext cx="68580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400300" y="2002536"/>
            <a:ext cx="146304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spawn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91640" y="269748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691640" y="3703320"/>
            <a:ext cx="0" cy="274319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623560" y="2441448"/>
            <a:ext cx="77724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326380" y="2185415"/>
            <a:ext cx="146304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HTTPS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69680" y="2258568"/>
            <a:ext cx="73152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469880" y="2697480"/>
            <a:ext cx="0" cy="32004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52628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63524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5074920"/>
            <a:ext cx="1069848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2761"/>
                </a:solidFill>
                <a:latin typeface="Arial"/>
              </a:rPr>
              <a:t>one NDJSON row per repetition   ·   whitelisted fields only, never raw prompts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76072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Three measurement sources, because none can answer another’s question: the verdict says whether it worked,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Cortex says what it cost, the transcript says which tools and skills actually ran.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Why this shape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59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955279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decision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rationale — each one was measured, not assumed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Per-invocation isolation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operator settings.json never touched; one Cortex sees ALL machine traffic, so global wiring would let interactive typing pollute a run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Forward proxy + tls_bridge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reverse role records events but leaves plugins=[] — no tokens. Only forward+bridge dispatches the parser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CLAUDE_CONFIG_DIR, not HOME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HOME is not the skill lookup root; four curated-HOME arms reported an identical 60 slash commands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Pin --model, verify on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model actually used came from an ambient env var disagreeing with settings.json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Exclusive run lock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correlates by TIME WINDOW on a shared proxy, so overlapping runs interleave — observed, then made impossible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Whitelisted artefacts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events carry full prompts and completions on an unauthenticated API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How a task earns its place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B85042"/>
                </a:solidFill>
                <a:latin typeface="Arial"/>
              </a:rPr>
              <a:t>9 of the first 11 tasks written were discarded. A discarded task is a result.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1 — tamper-proof, not merely green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Pass requires exit 0 AND every test file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byte-identical to what shipped.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Deleting the test, or rewriting it to assert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bug, also makes pytest green.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2 — pre-screen on the OFF arm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 task the agent already passes WITHOUT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skill is not measuring the skill.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Hidden verdicts: a visible test is a spec —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agent reads it and both arms pass.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Arial"/>
              </a:rPr>
              <a:t>The reusable heuristic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57200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852160"/>
                <a:gridCol w="21945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rule kind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example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outcome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Arbitrary / house-specific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xlsx: blue text = hardcoded input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DISCRIMINATES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Objectively better practice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docx: real bullets · pptx: size hierarchy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passes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Path-dependent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 rules correct footguns in the library the skill itself mandates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cannot discriminate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RATE CARD, 2026-09-09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Model pricing — internal LiteLLM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2926080"/>
                <a:gridCol w="1554480"/>
                <a:gridCol w="164592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benchmarked alias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gateway entry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input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output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vs 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claude-haiku-4-5-20251001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0.76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0.50×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2.28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11.40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1.52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7.60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1.00×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19.00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2.50×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61188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2C5F2D"/>
                </a:solidFill>
                <a:latin typeface="Arial"/>
              </a:rPr>
              <a:t>sonnet-5 is priced at 2/3 of sonnet-4-6 — the single most consequential fact in the analysis.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Arial"/>
              </a:rPr>
              <a:t>The cache caveat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881360" cy="1371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The gateway publishes only Input and Output rates, but 81–97% of our prompt tokens are CACHE READS.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  Scenario A — no discount: every prompt token at the Input rate (upper bound)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  Scenario B — standard Anthropic/Bedrock convention: cacheRead ×0.10, cacheWrite ×1.25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B lands ~4–5× below A. Which the gateway bills is UNVERIFIED (/model/info returns 403 for a non-admin key).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The model ranking is identical under both, so the recommendation does not depend on resolving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FINDING 1 · PASS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A prediction of ours that was falsified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We argued a compliance task cannot rank models: the OFF arm is pinned at 0 by the pre-screen and the ON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arm at 100 because the skill states the answer. That held only for the two mid-tier models we had tested.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60604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389120"/>
                <a:gridCol w="42976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xlsx-fin-colors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xlsx-fin-font-clean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0.00 → 0.40   ← fails even when TOLD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0.20 → 1.00   ← knows it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480560"/>
            <a:ext cx="1069848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“The measure is saturated” is a claim about the models you happened to test —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not a claim about the task.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FINDING 2 · DECOMPOSITION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One token term is a model constant; the other is not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tokens/call ratio vs sonnet-4-6, across five structurally different cells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9456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377440"/>
                <a:gridCol w="1554480"/>
                <a:gridCol w="47548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range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spread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reading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0.97 – 1.05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 same per-call context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1.19 – 1.30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≈1.23× more per call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0.89 – 0.97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≈0.90× — leaner per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56616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B85042"/>
                </a:solidFill>
                <a:latin typeface="Arial"/>
              </a:rPr>
              <a:t>Call count is NOT constant — 0.40–1.00× for haiku, 0.83–2.00× for opus-5 depending on the task.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069080"/>
            <a:ext cx="1069848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So decompose: the stable term is the MODEL, the variable term is the WORK.</a:t>
            </a:r>
          </a:p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Reporting raw token totals conflates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Cache reads are 81–97% of prompt tokens in every cell — highest on sonnet-5 and opus-5. Reporting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“input tokens” alone for this workload is meaningless.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FINDING 3 · COST PER SOLVED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Money reverses the token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$ per SOLVED task (scenario B). Cost per solved = median tokens ÷ pass rate, so failures are charged.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xlsx-fin-colors (ON)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0.0386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0.1590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0.1678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0.2719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(ON)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0.1075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0.1873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0.1332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0.2486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cortex-pyfix-001 (no skill)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0.0837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0.0588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0.1030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opus-5 used the FEWEST tokens on two of three cells —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and is the MOST EXPENSIVE on all three.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sonnet-5 uses MORE tokens than sonnet-4-6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yet costs LESS, at 2/3 the unit price.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Same cells under scenario A (no cache discount) — ordering identical throughout, so the conclusion does not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depend on the unverified cache assumption: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5212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xlsx-fin-colors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0.1409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0.5916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0.9080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1.1625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0.3364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0.8462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0.7035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1.1259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cortex-pyfix-001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0.1597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0.4567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0.3113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0.5649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383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B85042"/>
                </a:solidFill>
                <a:latin typeface="Arial"/>
              </a:rPr>
              <a:t>haiku's 0.1075 already charges it for a 0.40 pass rate — it is cheapest even after paying for its failures.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FINDING 4 · OVERHEAD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cost is a property of skill ×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skill-on ÷ skill-off tokens, same skill (xlsx), same tasks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94560"/>
          <a:ext cx="108813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B2B2B"/>
                          </a:solidFill>
                          <a:latin typeface="Arial"/>
                        </a:rPr>
                        <a:t>xlsx-fin-colors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B85042"/>
                          </a:solidFill>
                          <a:latin typeface="Arial"/>
                        </a:rPr>
                        <a:t>2.88×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B2B2B"/>
                          </a:solidFill>
                          <a:latin typeface="Arial"/>
                        </a:rPr>
                        <a:t>1.50×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B2B2B"/>
                          </a:solidFill>
                          <a:latin typeface="Arial"/>
                        </a:rPr>
                        <a:t>2.01×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C5F2D"/>
                          </a:solidFill>
                          <a:latin typeface="Arial"/>
                        </a:rPr>
                        <a:t>0.93×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B85042"/>
                          </a:solidFill>
                          <a:latin typeface="Arial"/>
                        </a:rPr>
                        <a:t>2.37×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B2B2B"/>
                          </a:solidFill>
                          <a:latin typeface="Arial"/>
                        </a:rPr>
                        <a:t>2.08×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B2B2B"/>
                          </a:solidFill>
                          <a:latin typeface="Arial"/>
                        </a:rPr>
                        <a:t>1.56×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C5F2D"/>
                          </a:solidFill>
                          <a:latin typeface="Arial"/>
                        </a:rPr>
                        <a:t>1.01×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33756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700" b="1">
                <a:solidFill>
                  <a:srgbClr val="1E2761"/>
                </a:solidFill>
                <a:latin typeface="Arial"/>
              </a:rPr>
              <a:t>“What does this skill cost?” has no single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49039"/>
            <a:ext cx="10881360" cy="1463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Arial"/>
              </a:rPr>
              <a:t>opus-5 absorbs the skill for free (0.93× / 1.01×) — largely because it already works ~2× the calls on the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Arial"/>
              </a:rPr>
              <a:t>OFF arm, so the guidance replaces effort rather than adding to it. On haiku the same skill costs ~2.5×.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Arial"/>
              </a:rPr>
              <a:t>Caveat: this rests on ONE skill. Whether “free on opus-5” is an opus property or an xlsx property is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Arial"/>
              </a:rPr>
              <a:t>currently indistinguishable — three more tasks on docx / pptx / pdf would separate them.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FINDING 5 ·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selection is reliable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All four candidate skills present, prompt names none, verdict read from the transcript.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sonnet-4-6, n=3 per task — 12/12 correct, 0 confounded.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5146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291840"/>
                <a:gridCol w="2194560"/>
                <a:gridCol w="22860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cue strength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expected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fired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select-spreadsheet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select-deck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select-implicit-sheet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never says “spreadsheet”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select-none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plain bugfix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nothing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nothing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11480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A negative case is mandatory: measuring only true positives rewards a model that fires a skill on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everything. Consequence — these four are now too easy to discriminate; extending needs ambiguous prompts.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892040"/>
            <a:ext cx="106984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Only here is the transcript authoritative: a MODEL-SELECTED skill is a real Skill tool call,</a:t>
            </a:r>
          </a:p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whereas an explicit /skill-name is expanded client-side and never appears in the transcript at all.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Model selection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Arial"/>
              </a:rPr>
              <a:t>on the benchmark evidence, for skill-driven document 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ADOPT AS DEFAULT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claude-sonnet-5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100% pass on every task, and cheaper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than sonnet-4-6 in 2 of 3 cells — 29%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on font-clean, 30% on the canary —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despite using MORE tokens.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2/3 unit price absorbs 1.23×/call.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USE WHERE RETRIES ARE OK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claude-haiku-4-5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Cheapest in every cell by 2–4×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and fastest (14–39s vs 59–78s).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But passed the harder task only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40% of the time WITH the skill.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Not for first-attempt correctness.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NOT INDICATED HERE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claude-opus-5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Most expensive in all three cells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(1.6–2.1× sonnet-5), no pass-rate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advantage. Genuinely the most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token-efficient and the only model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 solve a task unaided — may earn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its premium on harder 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Confidence: the pass-rate and cost orderings hold across BOTH pricing scenarios, and tokens/call holds across five</a:t>
            </a:r>
          </a:p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independent cells. Absolute dollar figures are indicative — n=5, and cache billing is unverified.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WHAT WOULD CHANGE THE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Limitations, stated plainly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73152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limitation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consequence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One skill (xlsx)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every skill-specific conclusion is xlsx-specific; “free on opus-5” may be an xlsx property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n = 5 per cell, some CV to 0.85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tokens/call constants are solid (5 cells agree); individual dollar figures are indicative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Cache billing unverified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largest single uncertainty — 4–5× on ABSOLUTE cost, but changes no ranking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Two tasks, one narrow genre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financial-spreadsheet formatting. Not a general coding benchmark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aws/ vs bare alias pricing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assumed identical; unprovable with a non-admin key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Wall-clock not load-controlled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gateway-dependent; treat as indicative only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114800"/>
            <a:ext cx="1088136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If the gateway does NOT discount cache reads, absolute costs rise ~4–5× and cache-heavy agentic use becomes far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more expensive in aggregate — the ranking survives, but budget planning changes materially. If harder tasks were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added, haiku’s reliability gap would likely widen and opus-5 might start earning its premium.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Arial"/>
              </a:rPr>
              <a:t>Full detail, every figure and the reproduction steps: results/EVALUATION.md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